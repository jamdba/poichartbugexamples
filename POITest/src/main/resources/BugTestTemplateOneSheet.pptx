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230C-FFCA-298F-0D56-DE88800C1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10645-06F2-50AD-87C1-E617A342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E3817-5BE1-A319-6327-0D38E695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14653-95D9-0EA3-3B9F-9D969769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4A5D2-6FA3-9061-C1E8-D4F683A3A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310C-D428-3C71-0492-F31941B0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F150-8072-8EE2-530C-E2988A01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BA8B2-34FC-509C-EA8C-2EFEF2FC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70E85-81E6-65B8-FC5E-9078B897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FA3C5-2DC9-77E8-4FB9-2087242F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5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CD4E-E295-FD3B-9891-3E00BCE47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52FCB-CA94-2E1C-2073-64442E45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AEBD-17E6-5EA7-DFC9-F9AC21CE4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3A5A1-CA6F-0339-7691-73892A0E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92D8C-AE29-B274-C346-78805F10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2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9D35-EE58-489F-492D-2ED68D5D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354D0-1197-1D20-AB0F-AACE117D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6B655-7419-FDF3-A04E-255D8DC99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D7B3B-7D23-432E-ABA8-99521F0AB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8C443-8BAC-4B47-7051-CBF73472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0A72C-C114-DA60-522E-35168A11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CE27-2469-4F9A-24A6-85FF9874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84CF7-3706-8C44-C0FB-02C2C6512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8DF5D-4080-2804-9D58-DF6673536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5A854-A8CB-F419-9A0E-5EF5B3CBC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B7DDC-8109-0B31-8ABA-1F4CDD282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0EA26-8F27-57D5-9AC2-16353CDA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7D849-20E3-150D-E5D6-CA224BAE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15C28-8433-C46A-2FD6-D9DA9A31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0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814F-73B3-9290-4E39-EBE1196C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F371D-741C-094B-C664-E76060ED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FAC34-96F1-DF2B-2C47-D9931469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13C84-9F0B-45FD-DDCB-84104708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1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F5E5C-1E00-A2DA-01B1-872976E5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58C32-6E05-928B-F753-956DAAA19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74B8-2DBF-F6B8-A0F7-00C40918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2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E2E6-2449-1C57-DC2F-FD4F8C89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1564C-BABF-20C5-F311-E98B63AA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C307D-37FB-4559-994F-A36EF867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5DDD7-806B-AA43-8395-013BA5AB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B34F1-D104-F87C-E500-5A3D38EE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F52AB-E3FF-405F-BFDE-082CED21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F13B-BE9A-C8CD-8E99-2A6D4115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7199F-A428-4300-8BF3-7BAC85039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7F446-432C-59EE-2F99-987376FAC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66D18-AC05-8F4D-01C1-B2847A2E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9F190-456F-CD88-F8C3-C4A90E6B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99DB-4381-C2EF-B2DF-E0F7C7DE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2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B715-8C1A-FB10-1F26-504138B1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70EA8-FBF5-198E-E3CE-DB617B489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F074-A0E6-9BA9-A71C-39D57890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00843-4ADC-22AC-D00C-D019A5A7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84D1-8440-0940-7C4A-4263A125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9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17BEBB-264A-13D2-2ADA-835B13E84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E7BC5-B9CE-7CD3-788F-B541297E0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8AA0-4C9E-2F76-0C65-ABC304C8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69BCB-EC91-AE75-1D78-955C5033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AC0BE-5B5D-34B6-F626-59D7B815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2CBFB-6148-A0EF-4DF4-472FA954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8E42C-95F0-DCC5-A1F5-CFD1D6E44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746D5-B27E-BDC9-3015-6640DB6E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70B7-3F7F-1AEC-8E1B-D06B1F032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099D9-5D7D-04C7-F51D-869A92DD2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0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5390-0819-E162-26C8-FF70DF494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858" y="1122363"/>
            <a:ext cx="6822141" cy="1226390"/>
          </a:xfrm>
        </p:spPr>
        <p:txBody>
          <a:bodyPr/>
          <a:lstStyle/>
          <a:p>
            <a:r>
              <a:rPr lang="en-US" dirty="0"/>
              <a:t>Test For POI Bug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15378-3E26-2FD5-5BBF-90138CE15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294" y="3602038"/>
            <a:ext cx="7440706" cy="1655762"/>
          </a:xfrm>
        </p:spPr>
        <p:txBody>
          <a:bodyPr/>
          <a:lstStyle/>
          <a:p>
            <a:r>
              <a:rPr lang="en-US" dirty="0"/>
              <a:t>Insert a chart into a pptx with an existing excel spreadsheet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C8842-7DD6-6716-D752-170C0B401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59" y="810218"/>
            <a:ext cx="3786799" cy="444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3FC1-5A61-792C-784C-8CDFED1E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dummy excel sheet.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A55AFB8-5F89-986A-D005-250E7B238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12812"/>
              </p:ext>
            </p:extLst>
          </p:nvPr>
        </p:nvGraphicFramePr>
        <p:xfrm>
          <a:off x="5638800" y="30416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525" progId="Excel.Sheet.12">
                  <p:embed/>
                </p:oleObj>
              </mc:Choice>
              <mc:Fallback>
                <p:oleObj name="Worksheet" showAsIcon="1" r:id="rId2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416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007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4F01-E861-BDD1-A7DD-8FF24921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where we’re adding a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5AA41-5C5D-4D69-1115-7A49B9EFC818}"/>
              </a:ext>
            </a:extLst>
          </p:cNvPr>
          <p:cNvSpPr txBox="1"/>
          <p:nvPr/>
        </p:nvSpPr>
        <p:spPr>
          <a:xfrm>
            <a:off x="4267200" y="3048000"/>
            <a:ext cx="105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[CHART]</a:t>
            </a:r>
          </a:p>
        </p:txBody>
      </p:sp>
    </p:spTree>
    <p:extLst>
      <p:ext uri="{BB962C8B-B14F-4D97-AF65-F5344CB8AC3E}">
        <p14:creationId xmlns:p14="http://schemas.microsoft.com/office/powerpoint/2010/main" val="188043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Worksheet</vt:lpstr>
      <vt:lpstr>Test For POI Bug</vt:lpstr>
      <vt:lpstr>This is a dummy excel sheet.</vt:lpstr>
      <vt:lpstr>This is where we’re adding a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Matz</dc:creator>
  <cp:lastModifiedBy>Joel Matz</cp:lastModifiedBy>
  <cp:revision>5</cp:revision>
  <dcterms:created xsi:type="dcterms:W3CDTF">2026-01-19T19:49:52Z</dcterms:created>
  <dcterms:modified xsi:type="dcterms:W3CDTF">2026-01-26T19:02:06Z</dcterms:modified>
</cp:coreProperties>
</file>